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tema: delivery do restaurante Hell's Kitchen. Na parte 2 o sistema ganhou frontend, API Gateway com JWT, um terceiro microsservico (Usuarios) e banco real no Cloud SQL, distribuido em tres VMs.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o desenho da esquerda para a direita: navegador, frontend (so arquivos estaticos), Gateway com as camadas, gRPC pela rede interna da VPC ate os 3 servicos na VM servidor-delivery, Pedidos chamando Catalogo, e SQL com TLS no Cloud SQL. Firewall: 9090-9092 so aceitam a VM do Gateway.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o JSON nunca chega aos microsservicos: o Gateway converte para Protobuf. A chamada Pedidos -&gt; Catalogo e a comunicacao entre microsservicos. O total e calculado no servidor com o preco do Catalogo; o cliente so manda codigo e quantidade.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401 e devolvido pelo middleware antes da rota; o 403 vem da dependencia exigir_papel; o 400 do handler que troca o 422 padrao do FastAPI. O token e HS256 com segredo so na VM do Gateway. Todos esses cenarios estao na tela Testes de seguranca do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proto/pedidos.proto no editor se houver tempo: enum StatusPedido, mensagens. Erros sao status codes do gRPC (INVALID_ARGUMENT, NOT_FOUND, FAILED_PRECONDITION, ALREADY_EXISTS, UNAUTHENTICATED) que o Gateway traduz para HTTP.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demo, abrir o Cloud SQL Studio no banco delivery e mostrar o pedido criado pelo frontend e o usuario cadastrado com o hash bcrypt. Nao ha FK entre tabelas de servicos diferentes: itens_pedido guarda nome e preco da hora da compra.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COMPOSE_PROFILES no .env de cada VM escolhe o que ela sobe (servicos, gateway, frontend). Containers com restart: always voltam sozinhos quando a VM liga.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Roteiro: login com senha errada (401), cadastro (201), login, cardapio (200), pedido sem endereco (400), pedido valido (201), Cloud SQL Studio, avancar etapa (200) e pular etapa (409), tela de testes (401 e 403), curl na porta 9090 sem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685800" cy="685800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Hell's Kitchen Delivery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React, API Gateway FastAPI com JWT, três microsserviços gRPC e PostgreSQL no Google Cloud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9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2 de Sistemas Distribuídos, 2026/2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9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Maia, INF/UFG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3B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github.com/matheus14maia/sd-2026-2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03920" y="1188720"/>
            <a:ext cx="2377440" cy="1325880"/>
          </a:xfrm>
          <a:prstGeom prst="rect">
            <a:avLst/>
          </a:prstGeom>
          <a:solidFill>
            <a:srgbClr val="FFFDF7"/>
          </a:solidFill>
          <a:ln w="12700">
            <a:solidFill>
              <a:srgbClr val="CFD6DC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4108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/auth/login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 rot="-300000">
            <a:off x="8641080" y="1810512"/>
            <a:ext cx="960120" cy="502920"/>
          </a:xfrm>
          <a:prstGeom prst="rect">
            <a:avLst/>
          </a:prstGeom>
          <a:noFill/>
          <a:ln w="31750">
            <a:solidFill>
              <a:srgbClr val="2F7A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784080" y="19202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15400" y="2788920"/>
            <a:ext cx="2377440" cy="1325880"/>
          </a:xfrm>
          <a:prstGeom prst="rect">
            <a:avLst/>
          </a:prstGeom>
          <a:solidFill>
            <a:srgbClr val="FFFDF7"/>
          </a:solidFill>
          <a:ln w="12700">
            <a:solidFill>
              <a:srgbClr val="CFD6DC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05256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/pedidos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 rot="-300000">
            <a:off x="9052560" y="3410712"/>
            <a:ext cx="960120" cy="502920"/>
          </a:xfrm>
          <a:prstGeom prst="rect">
            <a:avLst/>
          </a:prstGeom>
          <a:noFill/>
          <a:ln w="31750">
            <a:solidFill>
              <a:srgbClr val="2F7A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195560" y="35204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03920" y="4389120"/>
            <a:ext cx="2377440" cy="1325880"/>
          </a:xfrm>
          <a:prstGeom prst="rect">
            <a:avLst/>
          </a:prstGeom>
          <a:solidFill>
            <a:srgbClr val="FFFDF7"/>
          </a:solidFill>
          <a:ln w="12700">
            <a:solidFill>
              <a:srgbClr val="CFD6DC"/>
            </a:solidFill>
            <a:prstDash val="solid"/>
          </a:ln>
          <a:effectLst>
            <a:outerShdw sx="100000" sy="100000" kx="0" ky="0" algn="bl" rotWithShape="0" blurRad="762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41080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/pedidos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 rot="-300000">
            <a:off x="8641080" y="5010912"/>
            <a:ext cx="960120" cy="502920"/>
          </a:xfrm>
          <a:prstGeom prst="rect">
            <a:avLst/>
          </a:prstGeom>
          <a:noFill/>
          <a:ln w="31750">
            <a:solidFill>
              <a:srgbClr val="B4231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784080" y="512064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essoal\Facul\sd-2026-2\docs\arquite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82880"/>
            <a:ext cx="10972800" cy="6172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2648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navegador baixa a página da VM do frontend, mas todas as chamadas de dados vão direto ao Gateway. Os microsserviços não têm porta pública.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de um POST /pedidos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é uma camada diferente, em uma máquina diferente.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JSON com cliente, endereço e itens, e o cabeçalho Authorization: Bearer.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011680"/>
            <a:ext cx="502920" cy="502920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Gateway: borda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MiddlewareJWT confere assinatura e validade do token. Pydantic valida o payload.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011680"/>
            <a:ext cx="502920" cy="502920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06840" y="2011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Gateway: tradução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2651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CriarPedidoRequest (Protobuf binário) e chama PedidoService por gRPC.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-&gt; Catálogo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ConsultarItens por gRPC: o Catálogo diz se o item existe, se está disponível e o preço.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343400" y="4114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343400"/>
            <a:ext cx="502920" cy="502920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12080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-&gt; Cloud SQL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572000" y="49834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o total e grava pedidos + itens_pedido numa única transação.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138160" y="41148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4343400"/>
            <a:ext cx="502920" cy="502920"/>
          </a:xfrm>
          <a:prstGeom prst="ellipse">
            <a:avLst/>
          </a:prstGeom>
          <a:solidFill>
            <a:srgbClr val="2F7A4D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006840" y="4343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 ao navegador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66760" y="49834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Protobuf vira JSON no Gateway, que responde 201 Created com o total do servidor.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Gateway: o que é barrado na borda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Requisição inválida volta antes de qualquer chamada gRPC.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E8ECE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41448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E8ECE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4144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 requisição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99816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FBE4E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9981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MiddlewareJWT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06240" y="309981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FBE4E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5818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cozinha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06240" y="375818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416552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FDF0D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41655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Pydantic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06240" y="441655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6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4937760" cy="530352"/>
          </a:xfrm>
          <a:prstGeom prst="roundRect">
            <a:avLst>
              <a:gd name="adj" fmla="val 10345"/>
            </a:avLst>
          </a:prstGeom>
          <a:solidFill>
            <a:srgbClr val="E3F1E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07492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Rota: JSON -&gt; Protobuf -&gt; gRPC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06240" y="50749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200/201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src/gateway/autenticacao.py, esquemas.py, erros.py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783080"/>
          <a:ext cx="557784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118872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Requisição sem token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23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com assinatura adulterada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23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Senha errada no 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23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tentando mudar preço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231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 sem campo obrigatório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6E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malformado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6E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inexistente (vem do microsserviço)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6E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indisponível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86E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409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D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 válido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7A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gRPC (.proto)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.proto é a fonte da verdade. Os stubs Python são gerados no build da imagem.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usuarios.proto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UsuarioService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 CadastrarUsuario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 VerificarCredenciais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bcrypt; erro UNAUTHENTICATED vira 401.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011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catalogo.proto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CatalogoService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9260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 ListarItens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 ConsultarItens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 AtualizarItem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4114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 do cardápio; consultado pelo Pedidos.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011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pedidos.proto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0" y="2468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PedidoService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9260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 CriarPedido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 ObterPedido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 ListarPedidos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 AtualizarStatus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4114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 o Catálogo por gRPC para precificar.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do microsserviço (status gRPC) vira status HTTP no Gateway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57784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6144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INVALID_ARGUMENT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9253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788920" y="557784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56144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UNAUTHENTICATED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80360" y="59253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029200" y="557784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56144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NOT_FOUND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59253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69480" y="557784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56144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FAILED_PRECONDITION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60920" y="59253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509760" y="557784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56144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UNAVAILABLE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0" y="59253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503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reais no PostgreSQL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microsserviço é dono das suas tabelas. Nenhuma lista em memória, nenhum mock.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1D232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926080" y="178308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63240" y="178308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97880" y="17830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no cadastro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no login (confere o hash)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1D232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546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26080" y="315468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315468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itens_cardapio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97880" y="31546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do cardápio e por categoria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de preço e disponibilidade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1D232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52628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926080" y="452628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4F6F8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452628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3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pedidos, itens_pedido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97880" y="45262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do pedido e itens numa transação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 lista e do detalhe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condicional do status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281160" y="1783080"/>
            <a:ext cx="2331720" cy="3886200"/>
          </a:xfrm>
          <a:prstGeom prst="roundRect">
            <a:avLst>
              <a:gd name="adj" fmla="val 3137"/>
            </a:avLst>
          </a:prstGeom>
          <a:solidFill>
            <a:srgbClr val="E8ECE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19659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9464040" y="29260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no Cloud SQL, criadas pelo migrador (db/schema.sql)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64040" y="4114800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Reiniciar os containers não perde nada: o estado está no banco.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puro com psycopg 3 e pool de conexões, só nos arquivos repositorio.py. Senha só como hash bcrypt.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C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23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no Google Cloud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VMs e um Cloud SQL. Um único docker-compose.yml: cada máquina sobe o seu profile.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931920"/>
                <a:gridCol w="1645920"/>
                <a:gridCol w="2834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Máquina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Portas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pode chegar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3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3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delivery-frontend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nginx com o build do React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3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3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delivery-gateway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 FastAPI + JWT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3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8000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3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servidor-delivery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Usuarios, Catalogo, Pedidos, migrador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3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9090-9092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a VM do Gateway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D23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delivery-postgres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SQL, PostgreSQL 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32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5432 (TLS)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D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o IP do servidor-delivery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por tag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54132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portas gRPC aceitam só a tag delivery-gateway.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43400" y="48920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interno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0" y="54132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Gateway chama servidor-delivery pelo nome interno da VPC.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38160" y="489204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FD6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676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comando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66760" y="54132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scripts/gcp/ligar.ps1 liga banco e VMs e testa cada camada.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ao vivo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783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http://34.72.228.145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8072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(Swagger)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729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http://34.132.172.125:8000/docs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mostrado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19709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 -&gt; cardápio -&gt; pedido 201 -&gt; banco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485546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522122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B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github.com/matheus14maia/sd-2026-2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732520" y="1783080"/>
            <a:ext cx="2880360" cy="2880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920240"/>
            <a:ext cx="2606040" cy="2606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732520" y="47548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1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no GitHub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Hell's Kitchen Delivery - Trabalho 2</dc:title>
  <dc:subject>PptxGenJS Presentation</dc:subject>
  <dc:creator>Matheus Maia</dc:creator>
  <cp:lastModifiedBy>Matheus Maia</cp:lastModifiedBy>
  <cp:revision>1</cp:revision>
  <dcterms:created xsi:type="dcterms:W3CDTF">2026-10-14T23:04:14Z</dcterms:created>
  <dcterms:modified xsi:type="dcterms:W3CDTF">2026-10-14T23:04:14Z</dcterms:modified>
</cp:coreProperties>
</file>